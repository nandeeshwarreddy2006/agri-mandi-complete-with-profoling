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25" autoAdjust="0"/>
    <p:restoredTop sz="94602" autoAdjust="0"/>
  </p:normalViewPr>
  <p:slideViewPr>
    <p:cSldViewPr>
      <p:cViewPr>
        <p:scale>
          <a:sx n="60" d="100"/>
          <a:sy n="60" d="100"/>
        </p:scale>
        <p:origin x="-1460" y="-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1568B-8BF1-4D3F-90D7-69F62C2AABE8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0F602-A370-41A4-B633-1927553A3E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7869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1568B-8BF1-4D3F-90D7-69F62C2AABE8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0F602-A370-41A4-B633-1927553A3E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312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1568B-8BF1-4D3F-90D7-69F62C2AABE8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0F602-A370-41A4-B633-1927553A3E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851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1568B-8BF1-4D3F-90D7-69F62C2AABE8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0F602-A370-41A4-B633-1927553A3E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962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1568B-8BF1-4D3F-90D7-69F62C2AABE8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0F602-A370-41A4-B633-1927553A3E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863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1568B-8BF1-4D3F-90D7-69F62C2AABE8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0F602-A370-41A4-B633-1927553A3E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0143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1568B-8BF1-4D3F-90D7-69F62C2AABE8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0F602-A370-41A4-B633-1927553A3E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174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1568B-8BF1-4D3F-90D7-69F62C2AABE8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0F602-A370-41A4-B633-1927553A3E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4600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1568B-8BF1-4D3F-90D7-69F62C2AABE8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0F602-A370-41A4-B633-1927553A3E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124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1568B-8BF1-4D3F-90D7-69F62C2AABE8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0F602-A370-41A4-B633-1927553A3E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7878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1568B-8BF1-4D3F-90D7-69F62C2AABE8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0F602-A370-41A4-B633-1927553A3E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394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21568B-8BF1-4D3F-90D7-69F62C2AABE8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D0F602-A370-41A4-B633-1927553A3E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032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825065" y="3244334"/>
            <a:ext cx="28030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Presentation1Presentation1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16985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419441"/>
      </p:ext>
    </p:extLst>
  </p:cSld>
  <p:clrMapOvr>
    <a:masterClrMapping/>
  </p:clrMapOvr>
  <p:transition spd="slow">
    <p:pull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54432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000540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0667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2001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7368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6753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3918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50619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1</Words>
  <Application>Microsoft Office PowerPoint</Application>
  <PresentationFormat>On-screen Show (4:3)</PresentationFormat>
  <Paragraphs>1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HITS</dc:creator>
  <cp:lastModifiedBy>HITS</cp:lastModifiedBy>
  <cp:revision>10</cp:revision>
  <dcterms:created xsi:type="dcterms:W3CDTF">2026-09-13T11:17:12Z</dcterms:created>
  <dcterms:modified xsi:type="dcterms:W3CDTF">2026-09-13T13:39:58Z</dcterms:modified>
</cp:coreProperties>
</file>